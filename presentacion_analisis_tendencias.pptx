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4104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4633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5927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1951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419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Oportunidad de Mercado: Los programas con mayor demanda representan áreas de alta oportunidad para inversión y expansión.</a:t>
            </a:r>
          </a:p>
          <a:p>
            <a:pPr lvl="1"/>
            <a:r>
              <a:t>Análisis Competitivo: Las instituciones líderes marcan las tendencias del mercado. Estudiar sus estrategias puede proporcionar ventajas competitivas.</a:t>
            </a:r>
          </a:p>
          <a:p>
            <a:pPr lvl="1"/>
            <a:r>
              <a:t>Diversificación: Considerar la diversificación hacia múltiples áreas de conocimiento para mitigar riesgos y capturar diferentes segmentos de mercado.</a:t>
            </a:r>
          </a:p>
          <a:p>
            <a:pPr lvl="1"/>
            <a:r>
              <a:t>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