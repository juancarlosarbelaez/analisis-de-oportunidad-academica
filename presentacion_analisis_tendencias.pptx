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Tendencias de Mercado Académico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Reporte ejecutivo generado por agentes de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 de registros: 177</a:t>
            </a:r>
          </a:p>
          <a:p>
            <a:r>
              <a:t>Instituciones únicas: 12</a:t>
            </a:r>
          </a:p>
          <a:p>
            <a:r>
              <a:t>Programas académicos únicos: 6</a:t>
            </a:r>
          </a:p>
          <a:p>
            <a:r>
              <a:t>Períodos analizados: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Instituciones Matricula</a:t>
            </a:r>
          </a:p>
        </p:txBody>
      </p:sp>
      <p:pic>
        <p:nvPicPr>
          <p:cNvPr id="3" name="Picture 2" descr="top_instituciones_matric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708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Distribucion Areas Conocimiento</a:t>
            </a:r>
          </a:p>
        </p:txBody>
      </p:sp>
      <p:pic>
        <p:nvPicPr>
          <p:cNvPr id="3" name="Picture 2" descr="distribucion_areas_conoc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Distribucion Sectores</a:t>
            </a:r>
          </a:p>
        </p:txBody>
      </p:sp>
      <p:pic>
        <p:nvPicPr>
          <p:cNvPr id="3" name="Picture 2" descr="distribucion_areas_conoc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Distribucion Programas</a:t>
            </a:r>
          </a:p>
        </p:txBody>
      </p:sp>
      <p:pic>
        <p:nvPicPr>
          <p:cNvPr id="3" name="Picture 2" descr="distribucion_progra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Tendencia Temporal Matricula</a:t>
            </a:r>
          </a:p>
        </p:txBody>
      </p:sp>
      <p:pic>
        <p:nvPicPr>
          <p:cNvPr id="3" name="Picture 2" descr="tendencia_temporal_matric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708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Completo</a:t>
            </a:r>
          </a:p>
        </p:txBody>
      </p:sp>
      <p:pic>
        <p:nvPicPr>
          <p:cNvPr id="3" name="Picture 2" descr="dashboard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6200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📌 Principales insights:</a:t>
            </a:r>
          </a:p>
          <a:p>
            <a:pPr lvl="1"/>
            <a:r>
              <a:t>📌 La institución líder en matrícula es 'Tecnologico Antioquia' con 294,664,200 estudiantes matriculados.</a:t>
            </a:r>
          </a:p>
          <a:p>
            <a:pPr lvl="1"/>
            <a:r>
              <a:t>📌 El programa académico más popular es 'Doctorado Ciencias Sociales' con 510,284,607 estudiantes.</a:t>
            </a:r>
          </a:p>
          <a:p>
            <a:pPr lvl="1"/>
            <a:r>
              <a:t>📌 El sector Oficial representa el 36.4% de la matrícula total.</a:t>
            </a:r>
          </a:p>
          <a:p>
            <a:pPr lvl="1"/>
            <a:r>
              <a:t>📌 El sector Privado representa el 63.6% de la matrícula total.</a:t>
            </a:r>
          </a:p>
          <a:p>
            <a:pPr lvl="1"/>
            <a:r>
              <a:t>📌 El área de conocimiento dominante es 'Ciencias Sociales Humanas' con 1,229,794,630 estudiantes.</a:t>
            </a:r>
          </a:p>
          <a:p>
            <a:r>
              <a:t>💡 Recomendaciones estratégicas:</a:t>
            </a:r>
          </a:p>
          <a:p>
            <a:pPr lvl="1"/>
            <a:r>
              <a:t>Oportunidad de Mercado: Los programas con mayor demanda representan áreas de alta oportunidad para inversión y expansión.</a:t>
            </a:r>
          </a:p>
          <a:p>
            <a:pPr lvl="1"/>
            <a:r>
              <a:t>Análisis Competitivo: Las instituciones líderes marcan las tendencias del mercado. Estudiar sus estrategias puede proporcionar ventajas competitivas.</a:t>
            </a:r>
          </a:p>
          <a:p>
            <a:pPr lvl="1"/>
            <a:r>
              <a:t>Diversificación: Considerar la diversificación hacia múltiples áreas de conocimiento para mitigar riesgos y capturar diferentes segmentos de mercado.</a:t>
            </a:r>
          </a:p>
          <a:p>
            <a:pPr lvl="1"/>
            <a:r>
              <a:t>Estrategia Sectorial: Analizar las diferencias entre sectores público y privado para identificar nichos específicos de oportunidad.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